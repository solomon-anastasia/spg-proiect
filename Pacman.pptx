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</p:sldIdLst>
  <p:sldSz cx="9144000" cy="5143500" type="screen16x9"/>
  <p:notesSz cx="6858000" cy="9144000"/>
  <p:embeddedFontLst>
    <p:embeddedFont>
      <p:font typeface="Montserrat" pitchFamily="2" charset="0"/>
      <p:regular r:id="rId29"/>
      <p:bold r:id="rId30"/>
      <p:italic r:id="rId31"/>
      <p:boldItalic r:id="rId32"/>
    </p:embeddedFont>
    <p:embeddedFont>
      <p:font typeface="Montserrat ExtraBold" pitchFamily="2" charset="0"/>
      <p:bold r:id="rId33"/>
      <p:boldItalic r:id="rId34"/>
    </p:embeddedFont>
    <p:embeddedFont>
      <p:font typeface="Montserrat ExtraLight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8A86A7-86B5-477B-B977-AA649B72E1B0}">
  <a:tblStyle styleId="{A78A86A7-86B5-477B-B977-AA649B72E1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31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f9262ee2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f9262ee2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7f9262ee2f_0_26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7f9262ee2f_0_26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7f9262ee2f_0_26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7f9262ee2f_0_26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7f9262ee2f_0_26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7f9262ee2f_0_26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7f9262ee2f_0_26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7f9262ee2f_0_26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7f9262ee2f_0_26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7f9262ee2f_0_26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7f9262ee2f_0_26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7f9262ee2f_0_26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7f9262ee2f_0_26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7f9262ee2f_0_26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7f9262ee2f_0_26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7f9262ee2f_0_26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7f9262ee2f_0_26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7f9262ee2f_0_26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7f9262ee2f_0_26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1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8" r:id="rId25"/>
    <p:sldLayoutId id="2147483679" r:id="rId26"/>
    <p:sldLayoutId id="2147483681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slide" Target="slide2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6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hx5gh0Hff0O5fDTp9xrQKfEQOFIRj9Xw4HpzoTh9n8A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hx5gh0Hff0O5fDTp9xrQKfEQOFIRj9Xw4HpzoTh9n8A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free-photo/high-speed-optical-fiber-with-blue-light_5265885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photo/low-angle-man-with-virtual-reality-simulator_7136709.htm" TargetMode="External"/><Relationship Id="rId7" Type="http://schemas.openxmlformats.org/officeDocument/2006/relationships/hyperlink" Target="https://www.freepik.com/free-photo/motherboard-with-optical-fiber-cables_5265876.htm/?utm_source=slidesgo_template&amp;utm_medium=referral-link&amp;utm_campaign=sg_resources&amp;utm_content=freepik" TargetMode="External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www.freepik.com/free-photo/motherboard-with-optical-fiber-cables_5265876.htm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www.freepik.com/free-photo/young-man-working-ethernet-switch-medium-shot_5819341.htm/?utm_source=slidesgo_template&amp;utm_medium=referral-link&amp;utm_campaign=sg_resources&amp;utm_content=freepik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www.freepik.com/free-photo/low-angle-man-with-virtual-reality-simulator_7136709.htm/?utm_source=slidesgo_template&amp;utm_medium=referral-link&amp;utm_campaign=sg_resources&amp;utm_content=freepik" TargetMode="Externa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err="1"/>
              <a:t>Pacman</a:t>
            </a:r>
            <a:r>
              <a:rPr lang="ro-RO" dirty="0"/>
              <a:t> 3D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Realizat de: Solomon Anastasia 1311B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730787" y="2624375"/>
            <a:ext cx="3682426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Joc interactiv în </a:t>
            </a:r>
            <a:r>
              <a:rPr lang="ro-RO" sz="2200" b="0" dirty="0" err="1">
                <a:latin typeface="Montserrat ExtraLight"/>
                <a:ea typeface="Montserrat ExtraLight"/>
                <a:cs typeface="Montserrat ExtraLight"/>
                <a:sym typeface="Montserrat ExtraLight"/>
              </a:rPr>
              <a:t>OpenGL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71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/>
              <a:t> template: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/>
              <a:t>A slide structure based on a multi-purpose presentation,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/>
              <a:t>An assortment of illustrations and pictures that are suitable for use in the presentation can be found in the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alternative resources slide</a:t>
            </a:r>
            <a:r>
              <a:rPr lang="en"/>
              <a:t>.</a:t>
            </a: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7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b="1"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/>
              <a:t>. </a:t>
            </a:r>
            <a:endParaRPr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Char char="●"/>
            </a:pPr>
            <a:r>
              <a:rPr lang="en"/>
              <a:t>The</a:t>
            </a:r>
            <a:r>
              <a:rPr lang="en" b="1">
                <a:uFill>
                  <a:noFill/>
                </a:uFill>
                <a:hlinkClick r:id="" action="ppaction://noaction"/>
              </a:rPr>
              <a:t> fonts and colors used</a:t>
            </a:r>
            <a:r>
              <a:rPr lang="en"/>
              <a:t> in the template.</a:t>
            </a:r>
            <a:endParaRPr/>
          </a:p>
          <a:p>
            <a:pPr marL="9144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Char char="●"/>
            </a:pPr>
            <a:r>
              <a:rPr lang="en"/>
              <a:t>More</a:t>
            </a:r>
            <a:r>
              <a:rPr lang="en" b="1">
                <a:uFill>
                  <a:noFill/>
                </a:uFill>
                <a:hlinkClick r:id="" action="ppaction://noaction"/>
              </a:rPr>
              <a:t> 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50"/>
              <a:buChar char="●"/>
            </a:pPr>
            <a:r>
              <a:rPr lang="en" b="1">
                <a:uFill>
                  <a:noFill/>
                </a:uFill>
                <a:hlinkClick r:id="" action="ppaction://noaction"/>
              </a:rPr>
              <a:t>Sets of customizable icons </a:t>
            </a:r>
            <a:r>
              <a:rPr lang="en"/>
              <a:t>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3" name="Google Shape;173;p39"/>
          <p:cNvSpPr txBox="1"/>
          <p:nvPr/>
        </p:nvSpPr>
        <p:spPr>
          <a:xfrm>
            <a:off x="938500" y="4221950"/>
            <a:ext cx="6820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5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You can delete this slide when you’re done editing the presentation.</a:t>
            </a:r>
            <a:endParaRPr sz="115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</a:t>
            </a:r>
            <a:endParaRPr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endParaRPr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could be the part of the presentation where you can introduce yourself, write your email...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201" name="Google Shape;201;p42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endParaRPr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</a:t>
            </a:r>
            <a:r>
              <a:rPr lang="en">
                <a:solidFill>
                  <a:schemeClr val="accent1"/>
                </a:solidFill>
              </a:rPr>
              <a:t>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to make your point clear? Lists like this: one</a:t>
            </a:r>
            <a:endParaRPr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They’re simple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MAYBE YOU NEED TO DIVIDE THE CONTENT</a:t>
            </a:r>
            <a:endParaRPr/>
          </a:p>
        </p:txBody>
      </p:sp>
      <p:cxnSp>
        <p:nvCxnSpPr>
          <p:cNvPr id="222" name="Google Shape;222;p4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23" name="Google Shape;223;p45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24" name="Google Shape;224;p45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smallest one </a:t>
            </a:r>
            <a:endParaRPr/>
          </a:p>
        </p:txBody>
      </p:sp>
      <p:sp>
        <p:nvSpPr>
          <p:cNvPr id="225" name="Google Shape;225;p45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26" name="Google Shape;226;p45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cxnSp>
        <p:nvCxnSpPr>
          <p:cNvPr id="227" name="Google Shape;227;p45"/>
          <p:cNvCxnSpPr/>
          <p:nvPr/>
        </p:nvCxnSpPr>
        <p:spPr>
          <a:xfrm>
            <a:off x="2996488" y="30840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28" name="Google Shape;228;p45"/>
          <p:cNvCxnSpPr/>
          <p:nvPr/>
        </p:nvCxnSpPr>
        <p:spPr>
          <a:xfrm>
            <a:off x="5875713" y="30840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USE THREE COLUMNS, WHY NOT?</a:t>
            </a:r>
            <a:endParaRPr/>
          </a:p>
        </p:txBody>
      </p:sp>
      <p:cxnSp>
        <p:nvCxnSpPr>
          <p:cNvPr id="234" name="Google Shape;234;p4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35" name="Google Shape;235;p46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36" name="Google Shape;236;p46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gas giant and the biggest planet in the Solar System</a:t>
            </a:r>
            <a:endParaRPr/>
          </a:p>
        </p:txBody>
      </p:sp>
      <p:sp>
        <p:nvSpPr>
          <p:cNvPr id="237" name="Google Shape;237;p46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very poisonous atmosphere</a:t>
            </a:r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40" name="Google Shape;240;p46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cxnSp>
        <p:nvCxnSpPr>
          <p:cNvPr id="241" name="Google Shape;241;p46"/>
          <p:cNvCxnSpPr/>
          <p:nvPr/>
        </p:nvCxnSpPr>
        <p:spPr>
          <a:xfrm>
            <a:off x="4436097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2" name="Google Shape;242;p46"/>
          <p:cNvCxnSpPr/>
          <p:nvPr/>
        </p:nvCxnSpPr>
        <p:spPr>
          <a:xfrm>
            <a:off x="69261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43" name="Google Shape;243;p46"/>
          <p:cNvCxnSpPr/>
          <p:nvPr/>
        </p:nvCxnSpPr>
        <p:spPr>
          <a:xfrm>
            <a:off x="1946050" y="338889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44" name="Google Shape;244;p46"/>
          <p:cNvSpPr/>
          <p:nvPr/>
        </p:nvSpPr>
        <p:spPr>
          <a:xfrm>
            <a:off x="1739650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46"/>
          <p:cNvSpPr/>
          <p:nvPr/>
        </p:nvSpPr>
        <p:spPr>
          <a:xfrm>
            <a:off x="4229697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6"/>
          <p:cNvSpPr/>
          <p:nvPr/>
        </p:nvSpPr>
        <p:spPr>
          <a:xfrm>
            <a:off x="6719750" y="1887150"/>
            <a:ext cx="684600" cy="684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46"/>
          <p:cNvSpPr/>
          <p:nvPr/>
        </p:nvSpPr>
        <p:spPr>
          <a:xfrm>
            <a:off x="6850102" y="2024450"/>
            <a:ext cx="423884" cy="409986"/>
          </a:xfrm>
          <a:custGeom>
            <a:avLst/>
            <a:gdLst/>
            <a:ahLst/>
            <a:cxnLst/>
            <a:rect l="l" t="t" r="r" b="b"/>
            <a:pathLst>
              <a:path w="11407" h="11033" extrusionOk="0">
                <a:moveTo>
                  <a:pt x="1698" y="1130"/>
                </a:moveTo>
                <a:cubicBezTo>
                  <a:pt x="1739" y="1130"/>
                  <a:pt x="1780" y="1133"/>
                  <a:pt x="1822" y="1137"/>
                </a:cubicBezTo>
                <a:lnTo>
                  <a:pt x="1143" y="3626"/>
                </a:lnTo>
                <a:cubicBezTo>
                  <a:pt x="643" y="3423"/>
                  <a:pt x="357" y="2852"/>
                  <a:pt x="512" y="2316"/>
                </a:cubicBezTo>
                <a:lnTo>
                  <a:pt x="607" y="1959"/>
                </a:lnTo>
                <a:cubicBezTo>
                  <a:pt x="750" y="1453"/>
                  <a:pt x="1207" y="1130"/>
                  <a:pt x="1698" y="1130"/>
                </a:cubicBezTo>
                <a:close/>
                <a:moveTo>
                  <a:pt x="2641" y="304"/>
                </a:moveTo>
                <a:cubicBezTo>
                  <a:pt x="2755" y="304"/>
                  <a:pt x="2867" y="357"/>
                  <a:pt x="2929" y="471"/>
                </a:cubicBezTo>
                <a:cubicBezTo>
                  <a:pt x="2977" y="542"/>
                  <a:pt x="2989" y="649"/>
                  <a:pt x="2965" y="732"/>
                </a:cubicBezTo>
                <a:lnTo>
                  <a:pt x="1941" y="4566"/>
                </a:lnTo>
                <a:cubicBezTo>
                  <a:pt x="1905" y="4650"/>
                  <a:pt x="1846" y="4733"/>
                  <a:pt x="1774" y="4769"/>
                </a:cubicBezTo>
                <a:cubicBezTo>
                  <a:pt x="1719" y="4806"/>
                  <a:pt x="1659" y="4822"/>
                  <a:pt x="1601" y="4822"/>
                </a:cubicBezTo>
                <a:cubicBezTo>
                  <a:pt x="1396" y="4822"/>
                  <a:pt x="1207" y="4619"/>
                  <a:pt x="1262" y="4388"/>
                </a:cubicBezTo>
                <a:cubicBezTo>
                  <a:pt x="1310" y="4209"/>
                  <a:pt x="2215" y="828"/>
                  <a:pt x="2298" y="566"/>
                </a:cubicBezTo>
                <a:cubicBezTo>
                  <a:pt x="2339" y="397"/>
                  <a:pt x="2491" y="304"/>
                  <a:pt x="2641" y="304"/>
                </a:cubicBezTo>
                <a:close/>
                <a:moveTo>
                  <a:pt x="8751" y="3792"/>
                </a:moveTo>
                <a:lnTo>
                  <a:pt x="10168" y="4173"/>
                </a:lnTo>
                <a:lnTo>
                  <a:pt x="9894" y="5185"/>
                </a:lnTo>
                <a:lnTo>
                  <a:pt x="8489" y="4804"/>
                </a:lnTo>
                <a:cubicBezTo>
                  <a:pt x="8525" y="4614"/>
                  <a:pt x="8704" y="3983"/>
                  <a:pt x="8751" y="3792"/>
                </a:cubicBezTo>
                <a:close/>
                <a:moveTo>
                  <a:pt x="10789" y="3812"/>
                </a:moveTo>
                <a:cubicBezTo>
                  <a:pt x="10804" y="3812"/>
                  <a:pt x="10819" y="3813"/>
                  <a:pt x="10835" y="3816"/>
                </a:cubicBezTo>
                <a:cubicBezTo>
                  <a:pt x="10954" y="3852"/>
                  <a:pt x="11025" y="3971"/>
                  <a:pt x="11001" y="4090"/>
                </a:cubicBezTo>
                <a:lnTo>
                  <a:pt x="10573" y="5662"/>
                </a:lnTo>
                <a:cubicBezTo>
                  <a:pt x="10542" y="5765"/>
                  <a:pt x="10447" y="5833"/>
                  <a:pt x="10345" y="5833"/>
                </a:cubicBezTo>
                <a:cubicBezTo>
                  <a:pt x="10330" y="5833"/>
                  <a:pt x="10314" y="5831"/>
                  <a:pt x="10299" y="5828"/>
                </a:cubicBezTo>
                <a:cubicBezTo>
                  <a:pt x="10180" y="5805"/>
                  <a:pt x="10120" y="5626"/>
                  <a:pt x="10132" y="5566"/>
                </a:cubicBezTo>
                <a:cubicBezTo>
                  <a:pt x="10179" y="5391"/>
                  <a:pt x="10560" y="3982"/>
                  <a:pt x="10573" y="3982"/>
                </a:cubicBezTo>
                <a:cubicBezTo>
                  <a:pt x="10573" y="3982"/>
                  <a:pt x="10573" y="3982"/>
                  <a:pt x="10573" y="3983"/>
                </a:cubicBezTo>
                <a:cubicBezTo>
                  <a:pt x="10594" y="3879"/>
                  <a:pt x="10687" y="3812"/>
                  <a:pt x="10789" y="3812"/>
                </a:cubicBezTo>
                <a:close/>
                <a:moveTo>
                  <a:pt x="4679" y="4983"/>
                </a:moveTo>
                <a:lnTo>
                  <a:pt x="6799" y="5447"/>
                </a:lnTo>
                <a:lnTo>
                  <a:pt x="6799" y="5924"/>
                </a:lnTo>
                <a:cubicBezTo>
                  <a:pt x="6799" y="6245"/>
                  <a:pt x="6537" y="6531"/>
                  <a:pt x="6191" y="6531"/>
                </a:cubicBezTo>
                <a:lnTo>
                  <a:pt x="5286" y="6531"/>
                </a:lnTo>
                <a:cubicBezTo>
                  <a:pt x="4953" y="6531"/>
                  <a:pt x="4667" y="6257"/>
                  <a:pt x="4667" y="5924"/>
                </a:cubicBezTo>
                <a:lnTo>
                  <a:pt x="4667" y="4983"/>
                </a:lnTo>
                <a:close/>
                <a:moveTo>
                  <a:pt x="2644" y="0"/>
                </a:moveTo>
                <a:cubicBezTo>
                  <a:pt x="2359" y="0"/>
                  <a:pt x="2075" y="175"/>
                  <a:pt x="1988" y="494"/>
                </a:cubicBezTo>
                <a:lnTo>
                  <a:pt x="1905" y="840"/>
                </a:lnTo>
                <a:cubicBezTo>
                  <a:pt x="1835" y="829"/>
                  <a:pt x="1764" y="824"/>
                  <a:pt x="1694" y="824"/>
                </a:cubicBezTo>
                <a:cubicBezTo>
                  <a:pt x="1065" y="824"/>
                  <a:pt x="469" y="1246"/>
                  <a:pt x="298" y="1899"/>
                </a:cubicBezTo>
                <a:lnTo>
                  <a:pt x="191" y="2256"/>
                </a:lnTo>
                <a:cubicBezTo>
                  <a:pt x="0" y="2947"/>
                  <a:pt x="369" y="3685"/>
                  <a:pt x="1048" y="3959"/>
                </a:cubicBezTo>
                <a:lnTo>
                  <a:pt x="953" y="4292"/>
                </a:lnTo>
                <a:cubicBezTo>
                  <a:pt x="822" y="4751"/>
                  <a:pt x="1191" y="5150"/>
                  <a:pt x="1609" y="5150"/>
                </a:cubicBezTo>
                <a:cubicBezTo>
                  <a:pt x="1723" y="5150"/>
                  <a:pt x="1840" y="5121"/>
                  <a:pt x="1953" y="5054"/>
                </a:cubicBezTo>
                <a:cubicBezTo>
                  <a:pt x="2274" y="4876"/>
                  <a:pt x="2274" y="4554"/>
                  <a:pt x="2322" y="4459"/>
                </a:cubicBezTo>
                <a:lnTo>
                  <a:pt x="4358" y="4912"/>
                </a:lnTo>
                <a:lnTo>
                  <a:pt x="4358" y="5924"/>
                </a:lnTo>
                <a:cubicBezTo>
                  <a:pt x="4358" y="6436"/>
                  <a:pt x="4775" y="6852"/>
                  <a:pt x="5298" y="6852"/>
                </a:cubicBezTo>
                <a:lnTo>
                  <a:pt x="5584" y="6852"/>
                </a:lnTo>
                <a:lnTo>
                  <a:pt x="5584" y="7638"/>
                </a:lnTo>
                <a:lnTo>
                  <a:pt x="4001" y="7638"/>
                </a:lnTo>
                <a:cubicBezTo>
                  <a:pt x="3703" y="7638"/>
                  <a:pt x="3453" y="7900"/>
                  <a:pt x="3453" y="8198"/>
                </a:cubicBezTo>
                <a:cubicBezTo>
                  <a:pt x="3453" y="8495"/>
                  <a:pt x="3703" y="8745"/>
                  <a:pt x="4001" y="8745"/>
                </a:cubicBezTo>
                <a:lnTo>
                  <a:pt x="4298" y="8745"/>
                </a:lnTo>
                <a:lnTo>
                  <a:pt x="2679" y="10758"/>
                </a:lnTo>
                <a:cubicBezTo>
                  <a:pt x="2584" y="10865"/>
                  <a:pt x="2667" y="11019"/>
                  <a:pt x="2810" y="11019"/>
                </a:cubicBezTo>
                <a:cubicBezTo>
                  <a:pt x="2858" y="11019"/>
                  <a:pt x="2905" y="11008"/>
                  <a:pt x="2941" y="10960"/>
                </a:cubicBezTo>
                <a:lnTo>
                  <a:pt x="4727" y="8745"/>
                </a:lnTo>
                <a:lnTo>
                  <a:pt x="5596" y="8745"/>
                </a:lnTo>
                <a:lnTo>
                  <a:pt x="5596" y="10865"/>
                </a:lnTo>
                <a:cubicBezTo>
                  <a:pt x="5596" y="10948"/>
                  <a:pt x="5667" y="11019"/>
                  <a:pt x="5763" y="11019"/>
                </a:cubicBezTo>
                <a:cubicBezTo>
                  <a:pt x="5846" y="11019"/>
                  <a:pt x="5918" y="10948"/>
                  <a:pt x="5918" y="10865"/>
                </a:cubicBezTo>
                <a:lnTo>
                  <a:pt x="5918" y="8745"/>
                </a:lnTo>
                <a:lnTo>
                  <a:pt x="6787" y="8745"/>
                </a:lnTo>
                <a:lnTo>
                  <a:pt x="8573" y="10960"/>
                </a:lnTo>
                <a:cubicBezTo>
                  <a:pt x="8607" y="11009"/>
                  <a:pt x="8658" y="11033"/>
                  <a:pt x="8706" y="11033"/>
                </a:cubicBezTo>
                <a:cubicBezTo>
                  <a:pt x="8741" y="11033"/>
                  <a:pt x="8774" y="11020"/>
                  <a:pt x="8799" y="10996"/>
                </a:cubicBezTo>
                <a:cubicBezTo>
                  <a:pt x="8870" y="10936"/>
                  <a:pt x="8870" y="10829"/>
                  <a:pt x="8823" y="10769"/>
                </a:cubicBezTo>
                <a:lnTo>
                  <a:pt x="7203" y="8757"/>
                </a:lnTo>
                <a:lnTo>
                  <a:pt x="7501" y="8757"/>
                </a:lnTo>
                <a:cubicBezTo>
                  <a:pt x="7799" y="8757"/>
                  <a:pt x="8049" y="8507"/>
                  <a:pt x="8049" y="8210"/>
                </a:cubicBezTo>
                <a:cubicBezTo>
                  <a:pt x="8049" y="7912"/>
                  <a:pt x="7799" y="7662"/>
                  <a:pt x="7501" y="7662"/>
                </a:cubicBezTo>
                <a:lnTo>
                  <a:pt x="7108" y="7662"/>
                </a:lnTo>
                <a:cubicBezTo>
                  <a:pt x="7025" y="7662"/>
                  <a:pt x="6953" y="7733"/>
                  <a:pt x="6953" y="7817"/>
                </a:cubicBezTo>
                <a:cubicBezTo>
                  <a:pt x="6953" y="7912"/>
                  <a:pt x="7025" y="7983"/>
                  <a:pt x="7108" y="7983"/>
                </a:cubicBezTo>
                <a:lnTo>
                  <a:pt x="7501" y="7983"/>
                </a:lnTo>
                <a:cubicBezTo>
                  <a:pt x="7620" y="7983"/>
                  <a:pt x="7727" y="8091"/>
                  <a:pt x="7727" y="8210"/>
                </a:cubicBezTo>
                <a:cubicBezTo>
                  <a:pt x="7727" y="8329"/>
                  <a:pt x="7620" y="8436"/>
                  <a:pt x="7501" y="8436"/>
                </a:cubicBezTo>
                <a:lnTo>
                  <a:pt x="4024" y="8436"/>
                </a:lnTo>
                <a:cubicBezTo>
                  <a:pt x="3905" y="8436"/>
                  <a:pt x="3798" y="8329"/>
                  <a:pt x="3798" y="8210"/>
                </a:cubicBezTo>
                <a:cubicBezTo>
                  <a:pt x="3798" y="8091"/>
                  <a:pt x="3905" y="7983"/>
                  <a:pt x="4024" y="7983"/>
                </a:cubicBezTo>
                <a:lnTo>
                  <a:pt x="6489" y="7983"/>
                </a:lnTo>
                <a:cubicBezTo>
                  <a:pt x="6584" y="7983"/>
                  <a:pt x="6656" y="7912"/>
                  <a:pt x="6656" y="7817"/>
                </a:cubicBezTo>
                <a:cubicBezTo>
                  <a:pt x="6656" y="7733"/>
                  <a:pt x="6584" y="7662"/>
                  <a:pt x="6489" y="7662"/>
                </a:cubicBezTo>
                <a:lnTo>
                  <a:pt x="5929" y="7662"/>
                </a:lnTo>
                <a:lnTo>
                  <a:pt x="5929" y="6876"/>
                </a:lnTo>
                <a:lnTo>
                  <a:pt x="6203" y="6876"/>
                </a:lnTo>
                <a:cubicBezTo>
                  <a:pt x="6727" y="6876"/>
                  <a:pt x="7144" y="6459"/>
                  <a:pt x="7144" y="5935"/>
                </a:cubicBezTo>
                <a:lnTo>
                  <a:pt x="7144" y="5531"/>
                </a:lnTo>
                <a:lnTo>
                  <a:pt x="7668" y="5650"/>
                </a:lnTo>
                <a:cubicBezTo>
                  <a:pt x="7713" y="5660"/>
                  <a:pt x="7758" y="5665"/>
                  <a:pt x="7803" y="5665"/>
                </a:cubicBezTo>
                <a:cubicBezTo>
                  <a:pt x="8075" y="5665"/>
                  <a:pt x="8322" y="5484"/>
                  <a:pt x="8394" y="5197"/>
                </a:cubicBezTo>
                <a:lnTo>
                  <a:pt x="8406" y="5126"/>
                </a:lnTo>
                <a:lnTo>
                  <a:pt x="9823" y="5519"/>
                </a:lnTo>
                <a:cubicBezTo>
                  <a:pt x="9763" y="5793"/>
                  <a:pt x="9930" y="6078"/>
                  <a:pt x="10228" y="6150"/>
                </a:cubicBezTo>
                <a:cubicBezTo>
                  <a:pt x="10279" y="6164"/>
                  <a:pt x="10331" y="6171"/>
                  <a:pt x="10382" y="6171"/>
                </a:cubicBezTo>
                <a:cubicBezTo>
                  <a:pt x="10622" y="6171"/>
                  <a:pt x="10835" y="6015"/>
                  <a:pt x="10894" y="5769"/>
                </a:cubicBezTo>
                <a:lnTo>
                  <a:pt x="11323" y="4185"/>
                </a:lnTo>
                <a:cubicBezTo>
                  <a:pt x="11406" y="3888"/>
                  <a:pt x="11240" y="3590"/>
                  <a:pt x="10942" y="3519"/>
                </a:cubicBezTo>
                <a:cubicBezTo>
                  <a:pt x="10897" y="3507"/>
                  <a:pt x="10852" y="3502"/>
                  <a:pt x="10807" y="3502"/>
                </a:cubicBezTo>
                <a:cubicBezTo>
                  <a:pt x="10568" y="3502"/>
                  <a:pt x="10345" y="3655"/>
                  <a:pt x="10275" y="3876"/>
                </a:cubicBezTo>
                <a:lnTo>
                  <a:pt x="8858" y="3495"/>
                </a:lnTo>
                <a:lnTo>
                  <a:pt x="8870" y="3411"/>
                </a:lnTo>
                <a:cubicBezTo>
                  <a:pt x="8966" y="3090"/>
                  <a:pt x="8775" y="2757"/>
                  <a:pt x="8454" y="2673"/>
                </a:cubicBezTo>
                <a:lnTo>
                  <a:pt x="5679" y="1792"/>
                </a:lnTo>
                <a:cubicBezTo>
                  <a:pt x="5663" y="1787"/>
                  <a:pt x="5646" y="1785"/>
                  <a:pt x="5629" y="1785"/>
                </a:cubicBezTo>
                <a:cubicBezTo>
                  <a:pt x="5561" y="1785"/>
                  <a:pt x="5496" y="1823"/>
                  <a:pt x="5477" y="1899"/>
                </a:cubicBezTo>
                <a:cubicBezTo>
                  <a:pt x="5453" y="1983"/>
                  <a:pt x="5489" y="2078"/>
                  <a:pt x="5584" y="2102"/>
                </a:cubicBezTo>
                <a:lnTo>
                  <a:pt x="8346" y="2983"/>
                </a:lnTo>
                <a:cubicBezTo>
                  <a:pt x="8501" y="3030"/>
                  <a:pt x="8585" y="3197"/>
                  <a:pt x="8549" y="3340"/>
                </a:cubicBezTo>
                <a:cubicBezTo>
                  <a:pt x="8049" y="5162"/>
                  <a:pt x="8144" y="4816"/>
                  <a:pt x="8073" y="5126"/>
                </a:cubicBezTo>
                <a:cubicBezTo>
                  <a:pt x="8030" y="5263"/>
                  <a:pt x="7904" y="5344"/>
                  <a:pt x="7776" y="5344"/>
                </a:cubicBezTo>
                <a:cubicBezTo>
                  <a:pt x="7760" y="5344"/>
                  <a:pt x="7743" y="5343"/>
                  <a:pt x="7727" y="5340"/>
                </a:cubicBezTo>
                <a:lnTo>
                  <a:pt x="2393" y="4161"/>
                </a:lnTo>
                <a:lnTo>
                  <a:pt x="3155" y="1352"/>
                </a:lnTo>
                <a:lnTo>
                  <a:pt x="4977" y="1923"/>
                </a:lnTo>
                <a:cubicBezTo>
                  <a:pt x="4996" y="1931"/>
                  <a:pt x="5016" y="1935"/>
                  <a:pt x="5035" y="1935"/>
                </a:cubicBezTo>
                <a:cubicBezTo>
                  <a:pt x="5100" y="1935"/>
                  <a:pt x="5161" y="1892"/>
                  <a:pt x="5179" y="1828"/>
                </a:cubicBezTo>
                <a:cubicBezTo>
                  <a:pt x="5203" y="1733"/>
                  <a:pt x="5167" y="1649"/>
                  <a:pt x="5072" y="1614"/>
                </a:cubicBezTo>
                <a:lnTo>
                  <a:pt x="3239" y="1030"/>
                </a:lnTo>
                <a:cubicBezTo>
                  <a:pt x="3262" y="935"/>
                  <a:pt x="3405" y="661"/>
                  <a:pt x="3227" y="340"/>
                </a:cubicBezTo>
                <a:cubicBezTo>
                  <a:pt x="3095" y="109"/>
                  <a:pt x="2869" y="0"/>
                  <a:pt x="26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46"/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/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6"/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6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274" name="Google Shape;274;p4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key words are great for catching your audience’s attention</a:t>
            </a:r>
            <a:endParaRPr/>
          </a:p>
        </p:txBody>
      </p:sp>
      <p:cxnSp>
        <p:nvCxnSpPr>
          <p:cNvPr id="275" name="Google Shape;275;p49"/>
          <p:cNvCxnSpPr/>
          <p:nvPr/>
        </p:nvCxnSpPr>
        <p:spPr>
          <a:xfrm>
            <a:off x="3190500" y="23542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GRAPH!</a:t>
            </a:r>
            <a:endParaRPr/>
          </a:p>
        </p:txBody>
      </p:sp>
      <p:cxnSp>
        <p:nvCxnSpPr>
          <p:cNvPr id="281" name="Google Shape;281;p5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82" name="Google Shape;282;p50"/>
          <p:cNvSpPr txBox="1">
            <a:spLocks noGrp="1"/>
          </p:cNvSpPr>
          <p:nvPr>
            <p:ph type="body" idx="4294967295"/>
          </p:nvPr>
        </p:nvSpPr>
        <p:spPr>
          <a:xfrm>
            <a:off x="2493750" y="4065250"/>
            <a:ext cx="4156500" cy="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To modify this graph, click on it, follow the link, change the data and paste the new graph here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83" name="Google Shape;283;p50"/>
          <p:cNvSpPr txBox="1">
            <a:spLocks noGrp="1"/>
          </p:cNvSpPr>
          <p:nvPr>
            <p:ph type="body" idx="4294967295"/>
          </p:nvPr>
        </p:nvSpPr>
        <p:spPr>
          <a:xfrm>
            <a:off x="4956866" y="1092075"/>
            <a:ext cx="807300" cy="3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Factor 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84" name="Google Shape;284;p50"/>
          <p:cNvSpPr/>
          <p:nvPr/>
        </p:nvSpPr>
        <p:spPr>
          <a:xfrm>
            <a:off x="4788566" y="1200675"/>
            <a:ext cx="168300" cy="168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50"/>
          <p:cNvSpPr txBox="1">
            <a:spLocks noGrp="1"/>
          </p:cNvSpPr>
          <p:nvPr>
            <p:ph type="body" idx="4294967295"/>
          </p:nvPr>
        </p:nvSpPr>
        <p:spPr>
          <a:xfrm>
            <a:off x="6095591" y="1092075"/>
            <a:ext cx="807300" cy="3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Factor 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86" name="Google Shape;286;p50"/>
          <p:cNvSpPr/>
          <p:nvPr/>
        </p:nvSpPr>
        <p:spPr>
          <a:xfrm>
            <a:off x="5927291" y="1200675"/>
            <a:ext cx="168300" cy="16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7" name="Google Shape;287;p50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1000" y="1424600"/>
            <a:ext cx="4742001" cy="26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THE SAME GOES FOR TABLES</a:t>
            </a:r>
            <a:endParaRPr/>
          </a:p>
        </p:txBody>
      </p:sp>
      <p:cxnSp>
        <p:nvCxnSpPr>
          <p:cNvPr id="366" name="Google Shape;366;p5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367" name="Google Shape;367;p52"/>
          <p:cNvGraphicFramePr/>
          <p:nvPr/>
        </p:nvGraphicFramePr>
        <p:xfrm>
          <a:off x="1691400" y="1835325"/>
          <a:ext cx="5761200" cy="2362100"/>
        </p:xfrm>
        <a:graphic>
          <a:graphicData uri="http://schemas.openxmlformats.org/drawingml/2006/table">
            <a:tbl>
              <a:tblPr>
                <a:noFill/>
                <a:tableStyleId>{A78A86A7-86B5-477B-B977-AA649B72E1B0}</a:tableStyleId>
              </a:tblPr>
              <a:tblGrid>
                <a:gridCol w="144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MASS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DIAMETER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GRAVITY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MERCURY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MARS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0.53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0.38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 ExtraBold"/>
                          <a:ea typeface="Montserrat ExtraBold"/>
                          <a:cs typeface="Montserrat ExtraBold"/>
                          <a:sym typeface="Montserrat ExtraBold"/>
                        </a:rPr>
                        <a:t>SATURN</a:t>
                      </a:r>
                      <a:endParaRPr>
                        <a:solidFill>
                          <a:schemeClr val="lt1"/>
                        </a:solidFill>
                        <a:latin typeface="Montserrat ExtraBold"/>
                        <a:ea typeface="Montserrat ExtraBold"/>
                        <a:cs typeface="Montserrat ExtraBold"/>
                        <a:sym typeface="Montserrat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95.2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9.4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1.16</a:t>
                      </a:r>
                      <a:endParaRPr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TIMELINE ALWAYS WORKS WELL</a:t>
            </a:r>
            <a:endParaRPr/>
          </a:p>
        </p:txBody>
      </p:sp>
      <p:cxnSp>
        <p:nvCxnSpPr>
          <p:cNvPr id="1956" name="Google Shape;1956;p54"/>
          <p:cNvCxnSpPr/>
          <p:nvPr/>
        </p:nvCxnSpPr>
        <p:spPr>
          <a:xfrm>
            <a:off x="1245300" y="2859300"/>
            <a:ext cx="6653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7" name="Google Shape;1957;p54"/>
          <p:cNvSpPr txBox="1">
            <a:spLocks noGrp="1"/>
          </p:cNvSpPr>
          <p:nvPr>
            <p:ph type="title" idx="4294967295"/>
          </p:nvPr>
        </p:nvSpPr>
        <p:spPr>
          <a:xfrm>
            <a:off x="1019361" y="2097688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DAY 1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58" name="Google Shape;1958;p54"/>
          <p:cNvSpPr txBox="1">
            <a:spLocks noGrp="1"/>
          </p:cNvSpPr>
          <p:nvPr>
            <p:ph type="subTitle" idx="4294967295"/>
          </p:nvPr>
        </p:nvSpPr>
        <p:spPr>
          <a:xfrm>
            <a:off x="1019364" y="3183038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Earth is where we live on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59" name="Google Shape;1959;p54"/>
          <p:cNvSpPr txBox="1">
            <a:spLocks noGrp="1"/>
          </p:cNvSpPr>
          <p:nvPr>
            <p:ph type="title" idx="4294967295"/>
          </p:nvPr>
        </p:nvSpPr>
        <p:spPr>
          <a:xfrm>
            <a:off x="4738561" y="2097688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DAY 3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0" name="Google Shape;1960;p54"/>
          <p:cNvSpPr txBox="1">
            <a:spLocks noGrp="1"/>
          </p:cNvSpPr>
          <p:nvPr>
            <p:ph type="subTitle" idx="4294967295"/>
          </p:nvPr>
        </p:nvSpPr>
        <p:spPr>
          <a:xfrm>
            <a:off x="4738564" y="3183038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Mars is a cold place</a:t>
            </a:r>
            <a:endParaRPr sz="14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sz="1400">
              <a:solidFill>
                <a:schemeClr val="lt1"/>
              </a:solidFill>
            </a:endParaRPr>
          </a:p>
        </p:txBody>
      </p:sp>
      <p:sp>
        <p:nvSpPr>
          <p:cNvPr id="1961" name="Google Shape;1961;p54"/>
          <p:cNvSpPr txBox="1">
            <a:spLocks noGrp="1"/>
          </p:cNvSpPr>
          <p:nvPr>
            <p:ph type="subTitle" idx="4294967295"/>
          </p:nvPr>
        </p:nvSpPr>
        <p:spPr>
          <a:xfrm>
            <a:off x="2879789" y="1892972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Jupiter is the biggest planet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2" name="Google Shape;1962;p54"/>
          <p:cNvSpPr txBox="1">
            <a:spLocks noGrp="1"/>
          </p:cNvSpPr>
          <p:nvPr>
            <p:ph type="title" idx="4294967295"/>
          </p:nvPr>
        </p:nvSpPr>
        <p:spPr>
          <a:xfrm>
            <a:off x="2879786" y="3230845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DAY 2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3" name="Google Shape;1963;p54"/>
          <p:cNvSpPr txBox="1">
            <a:spLocks noGrp="1"/>
          </p:cNvSpPr>
          <p:nvPr>
            <p:ph type="subTitle" idx="4294967295"/>
          </p:nvPr>
        </p:nvSpPr>
        <p:spPr>
          <a:xfrm>
            <a:off x="6597339" y="1881059"/>
            <a:ext cx="1527300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Venus has a nice name 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4" name="Google Shape;1964;p54"/>
          <p:cNvSpPr txBox="1">
            <a:spLocks noGrp="1"/>
          </p:cNvSpPr>
          <p:nvPr>
            <p:ph type="title" idx="4294967295"/>
          </p:nvPr>
        </p:nvSpPr>
        <p:spPr>
          <a:xfrm>
            <a:off x="6597336" y="3218932"/>
            <a:ext cx="15273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DAY 4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965" name="Google Shape;1965;p54"/>
          <p:cNvSpPr/>
          <p:nvPr/>
        </p:nvSpPr>
        <p:spPr>
          <a:xfrm>
            <a:off x="1674250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54"/>
          <p:cNvSpPr/>
          <p:nvPr/>
        </p:nvSpPr>
        <p:spPr>
          <a:xfrm>
            <a:off x="3534675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54"/>
          <p:cNvSpPr/>
          <p:nvPr/>
        </p:nvSpPr>
        <p:spPr>
          <a:xfrm>
            <a:off x="5395100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54"/>
          <p:cNvSpPr/>
          <p:nvPr/>
        </p:nvSpPr>
        <p:spPr>
          <a:xfrm>
            <a:off x="7255525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69" name="Google Shape;1969;p5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PREFER THIS GRAPH?</a:t>
            </a:r>
            <a:endParaRPr/>
          </a:p>
        </p:txBody>
      </p:sp>
      <p:sp>
        <p:nvSpPr>
          <p:cNvPr id="1975" name="Google Shape;1975;p55"/>
          <p:cNvSpPr txBox="1">
            <a:spLocks noGrp="1"/>
          </p:cNvSpPr>
          <p:nvPr>
            <p:ph type="body" idx="4294967295"/>
          </p:nvPr>
        </p:nvSpPr>
        <p:spPr>
          <a:xfrm>
            <a:off x="6341669" y="3705325"/>
            <a:ext cx="1907100" cy="8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To modify this graph, click on it, follow the link, change the data and replace it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76" name="Google Shape;1976;p55"/>
          <p:cNvSpPr txBox="1">
            <a:spLocks noGrp="1"/>
          </p:cNvSpPr>
          <p:nvPr>
            <p:ph type="body" idx="4294967295"/>
          </p:nvPr>
        </p:nvSpPr>
        <p:spPr>
          <a:xfrm>
            <a:off x="6596870" y="2652500"/>
            <a:ext cx="807300" cy="3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Factor 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77" name="Google Shape;1977;p55"/>
          <p:cNvSpPr/>
          <p:nvPr/>
        </p:nvSpPr>
        <p:spPr>
          <a:xfrm>
            <a:off x="6428570" y="2761100"/>
            <a:ext cx="168300" cy="168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55"/>
          <p:cNvSpPr txBox="1">
            <a:spLocks noGrp="1"/>
          </p:cNvSpPr>
          <p:nvPr>
            <p:ph type="body" idx="4294967295"/>
          </p:nvPr>
        </p:nvSpPr>
        <p:spPr>
          <a:xfrm>
            <a:off x="6596870" y="3100325"/>
            <a:ext cx="807300" cy="3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Factor 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79" name="Google Shape;1979;p55"/>
          <p:cNvSpPr/>
          <p:nvPr/>
        </p:nvSpPr>
        <p:spPr>
          <a:xfrm>
            <a:off x="6428570" y="3208925"/>
            <a:ext cx="168300" cy="168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80" name="Google Shape;1980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1981" name="Google Shape;1981;p55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738" y="1656775"/>
            <a:ext cx="4795725" cy="29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56"/>
          <p:cNvSpPr txBox="1">
            <a:spLocks noGrp="1"/>
          </p:cNvSpPr>
          <p:nvPr>
            <p:ph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300,000</a:t>
            </a:r>
            <a:endParaRPr/>
          </a:p>
        </p:txBody>
      </p:sp>
      <p:sp>
        <p:nvSpPr>
          <p:cNvPr id="1987" name="Google Shape;1987;p56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cxnSp>
        <p:nvCxnSpPr>
          <p:cNvPr id="1988" name="Google Shape;1988;p56"/>
          <p:cNvCxnSpPr/>
          <p:nvPr/>
        </p:nvCxnSpPr>
        <p:spPr>
          <a:xfrm>
            <a:off x="3190500" y="2845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COMPARISONS ARE GOOD</a:t>
            </a:r>
            <a:endParaRPr/>
          </a:p>
        </p:txBody>
      </p:sp>
      <p:sp>
        <p:nvSpPr>
          <p:cNvPr id="1994" name="Google Shape;1994;p57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</p:txBody>
      </p:sp>
      <p:sp>
        <p:nvSpPr>
          <p:cNvPr id="1995" name="Google Shape;1995;p57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You can define one of the concepts here</a:t>
            </a:r>
            <a:endParaRPr/>
          </a:p>
        </p:txBody>
      </p:sp>
      <p:sp>
        <p:nvSpPr>
          <p:cNvPr id="1996" name="Google Shape;1996;p57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1</a:t>
            </a:r>
            <a:endParaRPr/>
          </a:p>
        </p:txBody>
      </p:sp>
      <p:sp>
        <p:nvSpPr>
          <p:cNvPr id="1997" name="Google Shape;1997;p57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2</a:t>
            </a:r>
            <a:endParaRPr/>
          </a:p>
        </p:txBody>
      </p:sp>
      <p:cxnSp>
        <p:nvCxnSpPr>
          <p:cNvPr id="1998" name="Google Shape;1998;p5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5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NEED FOUR COLUMNS?</a:t>
            </a:r>
            <a:endParaRPr/>
          </a:p>
        </p:txBody>
      </p:sp>
      <p:sp>
        <p:nvSpPr>
          <p:cNvPr id="2004" name="Google Shape;2004;p58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005" name="Google Shape;2005;p58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2006" name="Google Shape;2006;p58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007" name="Google Shape;2007;p58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2008" name="Google Shape;2008;p58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009" name="Google Shape;2009;p58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the biggest planet in the Solar System</a:t>
            </a:r>
            <a:endParaRPr/>
          </a:p>
        </p:txBody>
      </p:sp>
      <p:sp>
        <p:nvSpPr>
          <p:cNvPr id="2010" name="Google Shape;2010;p58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011" name="Google Shape;2011;p58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name, but it’s hot</a:t>
            </a:r>
            <a:endParaRPr/>
          </a:p>
        </p:txBody>
      </p:sp>
      <p:sp>
        <p:nvSpPr>
          <p:cNvPr id="2012" name="Google Shape;2012;p58"/>
          <p:cNvSpPr/>
          <p:nvPr/>
        </p:nvSpPr>
        <p:spPr>
          <a:xfrm>
            <a:off x="1297975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58"/>
          <p:cNvSpPr/>
          <p:nvPr/>
        </p:nvSpPr>
        <p:spPr>
          <a:xfrm>
            <a:off x="3189850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58"/>
          <p:cNvSpPr/>
          <p:nvPr/>
        </p:nvSpPr>
        <p:spPr>
          <a:xfrm>
            <a:off x="6973625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58"/>
          <p:cNvSpPr/>
          <p:nvPr/>
        </p:nvSpPr>
        <p:spPr>
          <a:xfrm>
            <a:off x="5081738" y="203642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6" name="Google Shape;2016;p58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17" name="Google Shape;2017;p58"/>
          <p:cNvSpPr/>
          <p:nvPr/>
        </p:nvSpPr>
        <p:spPr>
          <a:xfrm>
            <a:off x="5304069" y="2258977"/>
            <a:ext cx="427722" cy="427305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8" name="Google Shape;2018;p58"/>
          <p:cNvGrpSpPr/>
          <p:nvPr/>
        </p:nvGrpSpPr>
        <p:grpSpPr>
          <a:xfrm>
            <a:off x="7204132" y="2277037"/>
            <a:ext cx="409193" cy="391194"/>
            <a:chOff x="7441465" y="2302860"/>
            <a:chExt cx="342192" cy="327140"/>
          </a:xfrm>
        </p:grpSpPr>
        <p:sp>
          <p:nvSpPr>
            <p:cNvPr id="2019" name="Google Shape;2019;p58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1" name="Google Shape;2021;p58"/>
          <p:cNvGrpSpPr/>
          <p:nvPr/>
        </p:nvGrpSpPr>
        <p:grpSpPr>
          <a:xfrm>
            <a:off x="1510148" y="2249004"/>
            <a:ext cx="448077" cy="447242"/>
            <a:chOff x="1421638" y="4125629"/>
            <a:chExt cx="374709" cy="374010"/>
          </a:xfrm>
        </p:grpSpPr>
        <p:sp>
          <p:nvSpPr>
            <p:cNvPr id="2022" name="Google Shape;2022;p58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58"/>
          <p:cNvGrpSpPr/>
          <p:nvPr/>
        </p:nvGrpSpPr>
        <p:grpSpPr>
          <a:xfrm>
            <a:off x="3420343" y="2252224"/>
            <a:ext cx="411433" cy="440824"/>
            <a:chOff x="4149138" y="4121151"/>
            <a:chExt cx="344065" cy="368644"/>
          </a:xfrm>
        </p:grpSpPr>
        <p:sp>
          <p:nvSpPr>
            <p:cNvPr id="2025" name="Google Shape;2025;p58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59"/>
          <p:cNvSpPr txBox="1">
            <a:spLocks noGrp="1"/>
          </p:cNvSpPr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2042" name="Google Shape;2042;p59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</a:t>
            </a:r>
            <a:endParaRPr/>
          </a:p>
        </p:txBody>
      </p:sp>
      <p:sp>
        <p:nvSpPr>
          <p:cNvPr id="2043" name="Google Shape;2043;p59"/>
          <p:cNvSpPr txBox="1">
            <a:spLocks noGrp="1"/>
          </p:cNvSpPr>
          <p:nvPr>
            <p:ph type="title" idx="2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245,00</a:t>
            </a:r>
            <a:endParaRPr/>
          </a:p>
        </p:txBody>
      </p:sp>
      <p:sp>
        <p:nvSpPr>
          <p:cNvPr id="2044" name="Google Shape;2044;p59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/>
          </a:p>
        </p:txBody>
      </p:sp>
      <p:sp>
        <p:nvSpPr>
          <p:cNvPr id="2045" name="Google Shape;2045;p59"/>
          <p:cNvSpPr txBox="1">
            <a:spLocks noGrp="1"/>
          </p:cNvSpPr>
          <p:nvPr>
            <p:ph type="title" idx="4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</a:t>
            </a:r>
            <a:endParaRPr/>
          </a:p>
        </p:txBody>
      </p:sp>
      <p:sp>
        <p:nvSpPr>
          <p:cNvPr id="2046" name="Google Shape;2046;p59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cold</a:t>
            </a:r>
            <a:endParaRPr/>
          </a:p>
        </p:txBody>
      </p:sp>
      <p:cxnSp>
        <p:nvCxnSpPr>
          <p:cNvPr id="2047" name="Google Shape;2047;p59"/>
          <p:cNvCxnSpPr/>
          <p:nvPr/>
        </p:nvCxnSpPr>
        <p:spPr>
          <a:xfrm>
            <a:off x="8843800" y="392547"/>
            <a:ext cx="0" cy="43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6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THE PERCENTAGES!</a:t>
            </a:r>
            <a:endParaRPr/>
          </a:p>
        </p:txBody>
      </p:sp>
      <p:cxnSp>
        <p:nvCxnSpPr>
          <p:cNvPr id="2053" name="Google Shape;2053;p6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54" name="Google Shape;2054;p60"/>
          <p:cNvSpPr/>
          <p:nvPr/>
        </p:nvSpPr>
        <p:spPr>
          <a:xfrm>
            <a:off x="1077905" y="2739425"/>
            <a:ext cx="1819200" cy="1819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60"/>
          <p:cNvSpPr txBox="1">
            <a:spLocks noGrp="1"/>
          </p:cNvSpPr>
          <p:nvPr>
            <p:ph type="title" idx="4294967295"/>
          </p:nvPr>
        </p:nvSpPr>
        <p:spPr>
          <a:xfrm>
            <a:off x="695245" y="3082358"/>
            <a:ext cx="2584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34%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056" name="Google Shape;2056;p60"/>
          <p:cNvSpPr txBox="1">
            <a:spLocks noGrp="1"/>
          </p:cNvSpPr>
          <p:nvPr>
            <p:ph type="subTitle" idx="4294967295"/>
          </p:nvPr>
        </p:nvSpPr>
        <p:spPr>
          <a:xfrm>
            <a:off x="1228345" y="3707257"/>
            <a:ext cx="15183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Mars is a cold place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2057" name="Google Shape;2057;p60"/>
          <p:cNvSpPr/>
          <p:nvPr/>
        </p:nvSpPr>
        <p:spPr>
          <a:xfrm>
            <a:off x="3279750" y="1606525"/>
            <a:ext cx="2584500" cy="2584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8" name="Google Shape;2058;p60"/>
          <p:cNvSpPr txBox="1">
            <a:spLocks noGrp="1"/>
          </p:cNvSpPr>
          <p:nvPr>
            <p:ph type="title" idx="4294967295"/>
          </p:nvPr>
        </p:nvSpPr>
        <p:spPr>
          <a:xfrm>
            <a:off x="3279750" y="2158601"/>
            <a:ext cx="2584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6"/>
                </a:solidFill>
              </a:rPr>
              <a:t>48%</a:t>
            </a:r>
            <a:endParaRPr sz="4800">
              <a:solidFill>
                <a:schemeClr val="accent6"/>
              </a:solidFill>
            </a:endParaRPr>
          </a:p>
        </p:txBody>
      </p:sp>
      <p:sp>
        <p:nvSpPr>
          <p:cNvPr id="2059" name="Google Shape;2059;p60"/>
          <p:cNvSpPr txBox="1">
            <a:spLocks noGrp="1"/>
          </p:cNvSpPr>
          <p:nvPr>
            <p:ph type="subTitle" idx="4294967295"/>
          </p:nvPr>
        </p:nvSpPr>
        <p:spPr>
          <a:xfrm>
            <a:off x="3662400" y="3005901"/>
            <a:ext cx="18192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Mercury is the smallest planet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2060" name="Google Shape;2060;p60"/>
          <p:cNvSpPr/>
          <p:nvPr/>
        </p:nvSpPr>
        <p:spPr>
          <a:xfrm>
            <a:off x="6246905" y="1319200"/>
            <a:ext cx="1819200" cy="181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60"/>
          <p:cNvSpPr txBox="1">
            <a:spLocks noGrp="1"/>
          </p:cNvSpPr>
          <p:nvPr>
            <p:ph type="title" idx="4294967295"/>
          </p:nvPr>
        </p:nvSpPr>
        <p:spPr>
          <a:xfrm>
            <a:off x="5864240" y="1593759"/>
            <a:ext cx="25845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18%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062" name="Google Shape;2062;p60"/>
          <p:cNvSpPr txBox="1">
            <a:spLocks noGrp="1"/>
          </p:cNvSpPr>
          <p:nvPr>
            <p:ph type="subTitle" idx="4294967295"/>
          </p:nvPr>
        </p:nvSpPr>
        <p:spPr>
          <a:xfrm>
            <a:off x="6397345" y="2223058"/>
            <a:ext cx="1518300" cy="6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Jupiter is the biggest one</a:t>
            </a:r>
            <a:endParaRPr sz="1400">
              <a:solidFill>
                <a:schemeClr val="accent6"/>
              </a:solidFill>
            </a:endParaRPr>
          </a:p>
        </p:txBody>
      </p:sp>
      <p:cxnSp>
        <p:nvCxnSpPr>
          <p:cNvPr id="2063" name="Google Shape;2063;p60"/>
          <p:cNvCxnSpPr>
            <a:stCxn id="2060" idx="0"/>
          </p:cNvCxnSpPr>
          <p:nvPr/>
        </p:nvCxnSpPr>
        <p:spPr>
          <a:xfrm rot="10800000">
            <a:off x="7156505" y="-320000"/>
            <a:ext cx="0" cy="16392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4" name="Google Shape;2064;p60"/>
          <p:cNvCxnSpPr>
            <a:stCxn id="2057" idx="4"/>
          </p:cNvCxnSpPr>
          <p:nvPr/>
        </p:nvCxnSpPr>
        <p:spPr>
          <a:xfrm>
            <a:off x="4572000" y="4191025"/>
            <a:ext cx="0" cy="1362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5" name="Google Shape;2065;p60"/>
          <p:cNvCxnSpPr>
            <a:stCxn id="2054" idx="4"/>
          </p:cNvCxnSpPr>
          <p:nvPr/>
        </p:nvCxnSpPr>
        <p:spPr>
          <a:xfrm>
            <a:off x="1987505" y="4558625"/>
            <a:ext cx="0" cy="71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61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CONCEPTS IS A GOOD IDEA</a:t>
            </a:r>
            <a:endParaRPr/>
          </a:p>
        </p:txBody>
      </p:sp>
      <p:cxnSp>
        <p:nvCxnSpPr>
          <p:cNvPr id="2071" name="Google Shape;2071;p6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72" name="Google Shape;2072;p61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073" name="Google Shape;2073;p61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beautiful name</a:t>
            </a:r>
            <a:endParaRPr/>
          </a:p>
        </p:txBody>
      </p:sp>
      <p:sp>
        <p:nvSpPr>
          <p:cNvPr id="2074" name="Google Shape;2074;p61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075" name="Google Shape;2075;p61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cold place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6" name="Google Shape;2076;p61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077" name="Google Shape;2077;p61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</a:t>
            </a:r>
            <a:endParaRPr/>
          </a:p>
        </p:txBody>
      </p:sp>
      <p:sp>
        <p:nvSpPr>
          <p:cNvPr id="2078" name="Google Shape;2078;p61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079" name="Google Shape;2079;p61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one and a gas giant</a:t>
            </a:r>
            <a:endParaRPr/>
          </a:p>
        </p:txBody>
      </p:sp>
      <p:sp>
        <p:nvSpPr>
          <p:cNvPr id="2080" name="Google Shape;2080;p61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081" name="Google Shape;2081;p61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 from the Sun</a:t>
            </a:r>
            <a:endParaRPr/>
          </a:p>
        </p:txBody>
      </p:sp>
      <p:sp>
        <p:nvSpPr>
          <p:cNvPr id="2082" name="Google Shape;2082;p61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083" name="Google Shape;2083;p61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gas giant and the biggest one</a:t>
            </a:r>
            <a:endParaRPr/>
          </a:p>
        </p:txBody>
      </p:sp>
      <p:cxnSp>
        <p:nvCxnSpPr>
          <p:cNvPr id="2084" name="Google Shape;2084;p61"/>
          <p:cNvCxnSpPr/>
          <p:nvPr/>
        </p:nvCxnSpPr>
        <p:spPr>
          <a:xfrm>
            <a:off x="1218450" y="3138821"/>
            <a:ext cx="670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62"/>
          <p:cNvSpPr txBox="1">
            <a:spLocks noGrp="1"/>
          </p:cNvSpPr>
          <p:nvPr>
            <p:ph type="subTitle" idx="1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use bullet points to talk about the concepts. It is much more visual than a large text</a:t>
            </a:r>
            <a:endParaRPr/>
          </a:p>
        </p:txBody>
      </p:sp>
      <p:sp>
        <p:nvSpPr>
          <p:cNvPr id="2090" name="Google Shape;2090;p62"/>
          <p:cNvSpPr txBox="1">
            <a:spLocks noGrp="1"/>
          </p:cNvSpPr>
          <p:nvPr>
            <p:ph type="body" idx="2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</a:rPr>
              <a:t>You can write about a concept here and talk about it a little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91" name="Google Shape;2091;p6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SUMMARY IS GOOD!</a:t>
            </a:r>
            <a:endParaRPr/>
          </a:p>
        </p:txBody>
      </p:sp>
      <p:cxnSp>
        <p:nvCxnSpPr>
          <p:cNvPr id="2092" name="Google Shape;2092;p6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THEY SAY ABOUT US?</a:t>
            </a:r>
            <a:endParaRPr/>
          </a:p>
        </p:txBody>
      </p:sp>
      <p:sp>
        <p:nvSpPr>
          <p:cNvPr id="2098" name="Google Shape;2098;p63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—SARA BLACK, 19</a:t>
            </a:r>
            <a:endParaRPr/>
          </a:p>
        </p:txBody>
      </p:sp>
      <p:sp>
        <p:nvSpPr>
          <p:cNvPr id="2099" name="Google Shape;2099;p63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“Mercury is the closest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planet to the Sun”</a:t>
            </a:r>
            <a:endParaRPr/>
          </a:p>
        </p:txBody>
      </p:sp>
      <p:sp>
        <p:nvSpPr>
          <p:cNvPr id="2100" name="Google Shape;2100;p63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—JOHN DOE, 31</a:t>
            </a:r>
            <a:endParaRPr/>
          </a:p>
        </p:txBody>
      </p:sp>
      <p:sp>
        <p:nvSpPr>
          <p:cNvPr id="2101" name="Google Shape;2101;p63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“Despite being red, Mars is actually a cold place”</a:t>
            </a:r>
            <a:endParaRPr/>
          </a:p>
        </p:txBody>
      </p:sp>
      <p:sp>
        <p:nvSpPr>
          <p:cNvPr id="2102" name="Google Shape;2102;p63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—HELENA PATTERSON, 22</a:t>
            </a:r>
            <a:endParaRPr/>
          </a:p>
        </p:txBody>
      </p:sp>
      <p:sp>
        <p:nvSpPr>
          <p:cNvPr id="2103" name="Google Shape;2103;p63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“Jupiter is the biggest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planet of them all”</a:t>
            </a:r>
            <a:endParaRPr/>
          </a:p>
        </p:txBody>
      </p:sp>
      <p:sp>
        <p:nvSpPr>
          <p:cNvPr id="2104" name="Google Shape;2104;p63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—WILL WHITMAN</a:t>
            </a:r>
            <a:endParaRPr/>
          </a:p>
        </p:txBody>
      </p:sp>
      <p:sp>
        <p:nvSpPr>
          <p:cNvPr id="2105" name="Google Shape;2105;p63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“Venus has a beautiful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name, but it’s hot”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6" name="Google Shape;2106;p6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7" name="Google Shape;2107;p63"/>
          <p:cNvCxnSpPr/>
          <p:nvPr/>
        </p:nvCxnSpPr>
        <p:spPr>
          <a:xfrm>
            <a:off x="1348500" y="3048622"/>
            <a:ext cx="6447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8" name="Google Shape;2108;p63"/>
          <p:cNvCxnSpPr/>
          <p:nvPr/>
        </p:nvCxnSpPr>
        <p:spPr>
          <a:xfrm>
            <a:off x="4572000" y="1566172"/>
            <a:ext cx="0" cy="296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64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Just delete this one, add yours and center it properly</a:t>
            </a:r>
            <a:endParaRPr/>
          </a:p>
        </p:txBody>
      </p:sp>
      <p:sp>
        <p:nvSpPr>
          <p:cNvPr id="2114" name="Google Shape;2114;p6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SOFTWARE</a:t>
            </a:r>
            <a:endParaRPr/>
          </a:p>
        </p:txBody>
      </p:sp>
      <p:cxnSp>
        <p:nvCxnSpPr>
          <p:cNvPr id="2115" name="Google Shape;2115;p6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116" name="Google Shape;2116;p64"/>
          <p:cNvPicPr preferRelativeResize="0"/>
          <p:nvPr/>
        </p:nvPicPr>
        <p:blipFill rotWithShape="1">
          <a:blip r:embed="rId4">
            <a:alphaModFix/>
          </a:blip>
          <a:srcRect b="15832"/>
          <a:stretch/>
        </p:blipFill>
        <p:spPr>
          <a:xfrm>
            <a:off x="1221395" y="1688835"/>
            <a:ext cx="3320651" cy="2012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7" name="Google Shape;2117;p64"/>
          <p:cNvGrpSpPr/>
          <p:nvPr/>
        </p:nvGrpSpPr>
        <p:grpSpPr>
          <a:xfrm>
            <a:off x="1092354" y="1558185"/>
            <a:ext cx="3576272" cy="2727969"/>
            <a:chOff x="238125" y="1973675"/>
            <a:chExt cx="2558775" cy="1951825"/>
          </a:xfrm>
        </p:grpSpPr>
        <p:sp>
          <p:nvSpPr>
            <p:cNvPr id="2118" name="Google Shape;2118;p64"/>
            <p:cNvSpPr/>
            <p:nvPr/>
          </p:nvSpPr>
          <p:spPr>
            <a:xfrm>
              <a:off x="325550" y="2055000"/>
              <a:ext cx="2386075" cy="1459975"/>
            </a:xfrm>
            <a:custGeom>
              <a:avLst/>
              <a:gdLst/>
              <a:ahLst/>
              <a:cxnLst/>
              <a:rect l="l" t="t" r="r" b="b"/>
              <a:pathLst>
                <a:path w="95443" h="58399" extrusionOk="0">
                  <a:moveTo>
                    <a:pt x="94925" y="516"/>
                  </a:moveTo>
                  <a:lnTo>
                    <a:pt x="94925" y="57881"/>
                  </a:lnTo>
                  <a:lnTo>
                    <a:pt x="518" y="57881"/>
                  </a:lnTo>
                  <a:lnTo>
                    <a:pt x="518" y="516"/>
                  </a:lnTo>
                  <a:close/>
                  <a:moveTo>
                    <a:pt x="260" y="0"/>
                  </a:moveTo>
                  <a:cubicBezTo>
                    <a:pt x="118" y="0"/>
                    <a:pt x="1" y="115"/>
                    <a:pt x="1" y="259"/>
                  </a:cubicBezTo>
                  <a:lnTo>
                    <a:pt x="1" y="58140"/>
                  </a:lnTo>
                  <a:cubicBezTo>
                    <a:pt x="1" y="58282"/>
                    <a:pt x="118" y="58399"/>
                    <a:pt x="260" y="58399"/>
                  </a:cubicBezTo>
                  <a:lnTo>
                    <a:pt x="95184" y="58399"/>
                  </a:lnTo>
                  <a:cubicBezTo>
                    <a:pt x="95326" y="58399"/>
                    <a:pt x="95441" y="58282"/>
                    <a:pt x="95441" y="58140"/>
                  </a:cubicBezTo>
                  <a:lnTo>
                    <a:pt x="95441" y="259"/>
                  </a:lnTo>
                  <a:cubicBezTo>
                    <a:pt x="95442" y="115"/>
                    <a:pt x="95326" y="0"/>
                    <a:pt x="95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4"/>
            <p:cNvSpPr/>
            <p:nvPr/>
          </p:nvSpPr>
          <p:spPr>
            <a:xfrm>
              <a:off x="1075325" y="3589700"/>
              <a:ext cx="884075" cy="335800"/>
            </a:xfrm>
            <a:custGeom>
              <a:avLst/>
              <a:gdLst/>
              <a:ahLst/>
              <a:cxnLst/>
              <a:rect l="l" t="t" r="r" b="b"/>
              <a:pathLst>
                <a:path w="35363" h="13432" extrusionOk="0">
                  <a:moveTo>
                    <a:pt x="28176" y="0"/>
                  </a:moveTo>
                  <a:cubicBezTo>
                    <a:pt x="28078" y="0"/>
                    <a:pt x="27996" y="34"/>
                    <a:pt x="27932" y="102"/>
                  </a:cubicBezTo>
                  <a:cubicBezTo>
                    <a:pt x="27790" y="253"/>
                    <a:pt x="27790" y="509"/>
                    <a:pt x="27932" y="1118"/>
                  </a:cubicBezTo>
                  <a:cubicBezTo>
                    <a:pt x="27985" y="1344"/>
                    <a:pt x="28047" y="1651"/>
                    <a:pt x="28119" y="2009"/>
                  </a:cubicBezTo>
                  <a:cubicBezTo>
                    <a:pt x="28420" y="3516"/>
                    <a:pt x="28876" y="5791"/>
                    <a:pt x="29651" y="7179"/>
                  </a:cubicBezTo>
                  <a:cubicBezTo>
                    <a:pt x="30394" y="8514"/>
                    <a:pt x="31835" y="9775"/>
                    <a:pt x="32886" y="10698"/>
                  </a:cubicBezTo>
                  <a:cubicBezTo>
                    <a:pt x="33194" y="10968"/>
                    <a:pt x="33463" y="11203"/>
                    <a:pt x="33660" y="11396"/>
                  </a:cubicBezTo>
                  <a:cubicBezTo>
                    <a:pt x="34197" y="11917"/>
                    <a:pt x="34530" y="12027"/>
                    <a:pt x="34711" y="12085"/>
                  </a:cubicBezTo>
                  <a:cubicBezTo>
                    <a:pt x="34724" y="12089"/>
                    <a:pt x="34738" y="12094"/>
                    <a:pt x="34750" y="12098"/>
                  </a:cubicBezTo>
                  <a:cubicBezTo>
                    <a:pt x="34781" y="12255"/>
                    <a:pt x="34798" y="12433"/>
                    <a:pt x="34708" y="12569"/>
                  </a:cubicBezTo>
                  <a:cubicBezTo>
                    <a:pt x="34621" y="12698"/>
                    <a:pt x="34443" y="12789"/>
                    <a:pt x="34176" y="12841"/>
                  </a:cubicBezTo>
                  <a:cubicBezTo>
                    <a:pt x="33894" y="12897"/>
                    <a:pt x="33576" y="12915"/>
                    <a:pt x="33188" y="12915"/>
                  </a:cubicBezTo>
                  <a:cubicBezTo>
                    <a:pt x="32866" y="12915"/>
                    <a:pt x="32496" y="12902"/>
                    <a:pt x="32057" y="12888"/>
                  </a:cubicBezTo>
                  <a:cubicBezTo>
                    <a:pt x="31412" y="12865"/>
                    <a:pt x="30607" y="12837"/>
                    <a:pt x="29586" y="12837"/>
                  </a:cubicBezTo>
                  <a:lnTo>
                    <a:pt x="8800" y="12837"/>
                  </a:lnTo>
                  <a:cubicBezTo>
                    <a:pt x="7800" y="12837"/>
                    <a:pt x="6833" y="12841"/>
                    <a:pt x="5939" y="12847"/>
                  </a:cubicBezTo>
                  <a:cubicBezTo>
                    <a:pt x="5199" y="12851"/>
                    <a:pt x="4507" y="12855"/>
                    <a:pt x="3887" y="12855"/>
                  </a:cubicBezTo>
                  <a:cubicBezTo>
                    <a:pt x="3179" y="12855"/>
                    <a:pt x="2567" y="12850"/>
                    <a:pt x="2090" y="12837"/>
                  </a:cubicBezTo>
                  <a:lnTo>
                    <a:pt x="1783" y="12828"/>
                  </a:lnTo>
                  <a:cubicBezTo>
                    <a:pt x="706" y="12798"/>
                    <a:pt x="700" y="12793"/>
                    <a:pt x="570" y="12668"/>
                  </a:cubicBezTo>
                  <a:cubicBezTo>
                    <a:pt x="526" y="12627"/>
                    <a:pt x="520" y="12598"/>
                    <a:pt x="520" y="12571"/>
                  </a:cubicBezTo>
                  <a:cubicBezTo>
                    <a:pt x="520" y="12511"/>
                    <a:pt x="556" y="12333"/>
                    <a:pt x="912" y="11971"/>
                  </a:cubicBezTo>
                  <a:cubicBezTo>
                    <a:pt x="1108" y="11772"/>
                    <a:pt x="1452" y="11550"/>
                    <a:pt x="1848" y="11293"/>
                  </a:cubicBezTo>
                  <a:cubicBezTo>
                    <a:pt x="2410" y="10928"/>
                    <a:pt x="3111" y="10473"/>
                    <a:pt x="3670" y="9890"/>
                  </a:cubicBezTo>
                  <a:lnTo>
                    <a:pt x="4006" y="9544"/>
                  </a:lnTo>
                  <a:cubicBezTo>
                    <a:pt x="4870" y="8657"/>
                    <a:pt x="5947" y="7555"/>
                    <a:pt x="6528" y="6084"/>
                  </a:cubicBezTo>
                  <a:cubicBezTo>
                    <a:pt x="7009" y="4866"/>
                    <a:pt x="7250" y="2705"/>
                    <a:pt x="7410" y="1274"/>
                  </a:cubicBezTo>
                  <a:cubicBezTo>
                    <a:pt x="7465" y="775"/>
                    <a:pt x="7515" y="343"/>
                    <a:pt x="7558" y="87"/>
                  </a:cubicBezTo>
                  <a:lnTo>
                    <a:pt x="7048" y="0"/>
                  </a:lnTo>
                  <a:cubicBezTo>
                    <a:pt x="7002" y="269"/>
                    <a:pt x="6956" y="688"/>
                    <a:pt x="6896" y="1217"/>
                  </a:cubicBezTo>
                  <a:cubicBezTo>
                    <a:pt x="6739" y="2621"/>
                    <a:pt x="6503" y="4741"/>
                    <a:pt x="6047" y="5895"/>
                  </a:cubicBezTo>
                  <a:cubicBezTo>
                    <a:pt x="5506" y="7268"/>
                    <a:pt x="4512" y="8286"/>
                    <a:pt x="3637" y="9183"/>
                  </a:cubicBezTo>
                  <a:lnTo>
                    <a:pt x="3298" y="9533"/>
                  </a:lnTo>
                  <a:cubicBezTo>
                    <a:pt x="2779" y="10073"/>
                    <a:pt x="2136" y="10490"/>
                    <a:pt x="1568" y="10859"/>
                  </a:cubicBezTo>
                  <a:cubicBezTo>
                    <a:pt x="1145" y="11133"/>
                    <a:pt x="780" y="11369"/>
                    <a:pt x="546" y="11608"/>
                  </a:cubicBezTo>
                  <a:cubicBezTo>
                    <a:pt x="172" y="11988"/>
                    <a:pt x="0" y="12296"/>
                    <a:pt x="5" y="12578"/>
                  </a:cubicBezTo>
                  <a:cubicBezTo>
                    <a:pt x="6" y="12752"/>
                    <a:pt x="78" y="12911"/>
                    <a:pt x="211" y="13040"/>
                  </a:cubicBezTo>
                  <a:cubicBezTo>
                    <a:pt x="492" y="13309"/>
                    <a:pt x="611" y="13312"/>
                    <a:pt x="1770" y="13345"/>
                  </a:cubicBezTo>
                  <a:lnTo>
                    <a:pt x="2075" y="13354"/>
                  </a:lnTo>
                  <a:cubicBezTo>
                    <a:pt x="2547" y="13367"/>
                    <a:pt x="3149" y="13372"/>
                    <a:pt x="3843" y="13372"/>
                  </a:cubicBezTo>
                  <a:cubicBezTo>
                    <a:pt x="4476" y="13372"/>
                    <a:pt x="5185" y="13368"/>
                    <a:pt x="5944" y="13364"/>
                  </a:cubicBezTo>
                  <a:cubicBezTo>
                    <a:pt x="6836" y="13358"/>
                    <a:pt x="7802" y="13354"/>
                    <a:pt x="8802" y="13354"/>
                  </a:cubicBezTo>
                  <a:lnTo>
                    <a:pt x="29586" y="13354"/>
                  </a:lnTo>
                  <a:cubicBezTo>
                    <a:pt x="30598" y="13354"/>
                    <a:pt x="31397" y="13381"/>
                    <a:pt x="32040" y="13403"/>
                  </a:cubicBezTo>
                  <a:cubicBezTo>
                    <a:pt x="32484" y="13420"/>
                    <a:pt x="32860" y="13432"/>
                    <a:pt x="33192" y="13432"/>
                  </a:cubicBezTo>
                  <a:cubicBezTo>
                    <a:pt x="33609" y="13432"/>
                    <a:pt x="33956" y="13412"/>
                    <a:pt x="34274" y="13348"/>
                  </a:cubicBezTo>
                  <a:cubicBezTo>
                    <a:pt x="34682" y="13269"/>
                    <a:pt x="34972" y="13103"/>
                    <a:pt x="35137" y="12856"/>
                  </a:cubicBezTo>
                  <a:cubicBezTo>
                    <a:pt x="35363" y="12517"/>
                    <a:pt x="35282" y="12127"/>
                    <a:pt x="35252" y="11980"/>
                  </a:cubicBezTo>
                  <a:cubicBezTo>
                    <a:pt x="35195" y="11701"/>
                    <a:pt x="35007" y="11639"/>
                    <a:pt x="34871" y="11593"/>
                  </a:cubicBezTo>
                  <a:cubicBezTo>
                    <a:pt x="34721" y="11545"/>
                    <a:pt x="34470" y="11463"/>
                    <a:pt x="34019" y="11025"/>
                  </a:cubicBezTo>
                  <a:cubicBezTo>
                    <a:pt x="33815" y="10828"/>
                    <a:pt x="33540" y="10585"/>
                    <a:pt x="33225" y="10309"/>
                  </a:cubicBezTo>
                  <a:cubicBezTo>
                    <a:pt x="32202" y="9412"/>
                    <a:pt x="30800" y="8183"/>
                    <a:pt x="30101" y="6928"/>
                  </a:cubicBezTo>
                  <a:cubicBezTo>
                    <a:pt x="29367" y="5611"/>
                    <a:pt x="28902" y="3294"/>
                    <a:pt x="28625" y="1909"/>
                  </a:cubicBezTo>
                  <a:cubicBezTo>
                    <a:pt x="28552" y="1542"/>
                    <a:pt x="28489" y="1231"/>
                    <a:pt x="28435" y="1000"/>
                  </a:cubicBezTo>
                  <a:cubicBezTo>
                    <a:pt x="28376" y="749"/>
                    <a:pt x="28353" y="598"/>
                    <a:pt x="28346" y="510"/>
                  </a:cubicBezTo>
                  <a:cubicBezTo>
                    <a:pt x="28373" y="500"/>
                    <a:pt x="28400" y="486"/>
                    <a:pt x="28422" y="468"/>
                  </a:cubicBezTo>
                  <a:lnTo>
                    <a:pt x="28537" y="268"/>
                  </a:lnTo>
                  <a:lnTo>
                    <a:pt x="28247" y="234"/>
                  </a:lnTo>
                  <a:lnTo>
                    <a:pt x="28111" y="56"/>
                  </a:lnTo>
                  <a:cubicBezTo>
                    <a:pt x="28153" y="24"/>
                    <a:pt x="28202" y="8"/>
                    <a:pt x="28254" y="8"/>
                  </a:cubicBezTo>
                  <a:cubicBezTo>
                    <a:pt x="28256" y="8"/>
                    <a:pt x="28258" y="8"/>
                    <a:pt x="28261" y="8"/>
                  </a:cubicBezTo>
                  <a:cubicBezTo>
                    <a:pt x="28231" y="3"/>
                    <a:pt x="28203" y="0"/>
                    <a:pt x="28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64"/>
            <p:cNvSpPr/>
            <p:nvPr/>
          </p:nvSpPr>
          <p:spPr>
            <a:xfrm>
              <a:off x="238125" y="1973675"/>
              <a:ext cx="2558775" cy="1623600"/>
            </a:xfrm>
            <a:custGeom>
              <a:avLst/>
              <a:gdLst/>
              <a:ahLst/>
              <a:cxnLst/>
              <a:rect l="l" t="t" r="r" b="b"/>
              <a:pathLst>
                <a:path w="102351" h="64944" extrusionOk="0">
                  <a:moveTo>
                    <a:pt x="99608" y="516"/>
                  </a:moveTo>
                  <a:cubicBezTo>
                    <a:pt x="100838" y="516"/>
                    <a:pt x="101835" y="1513"/>
                    <a:pt x="101835" y="2744"/>
                  </a:cubicBezTo>
                  <a:lnTo>
                    <a:pt x="101835" y="62200"/>
                  </a:lnTo>
                  <a:cubicBezTo>
                    <a:pt x="101833" y="63429"/>
                    <a:pt x="100836" y="64425"/>
                    <a:pt x="99608" y="64426"/>
                  </a:cubicBezTo>
                  <a:lnTo>
                    <a:pt x="2743" y="64426"/>
                  </a:lnTo>
                  <a:cubicBezTo>
                    <a:pt x="1514" y="64425"/>
                    <a:pt x="519" y="63429"/>
                    <a:pt x="517" y="62200"/>
                  </a:cubicBezTo>
                  <a:lnTo>
                    <a:pt x="517" y="2744"/>
                  </a:lnTo>
                  <a:cubicBezTo>
                    <a:pt x="519" y="1515"/>
                    <a:pt x="1514" y="518"/>
                    <a:pt x="2743" y="516"/>
                  </a:cubicBezTo>
                  <a:close/>
                  <a:moveTo>
                    <a:pt x="2743" y="1"/>
                  </a:moveTo>
                  <a:cubicBezTo>
                    <a:pt x="1230" y="1"/>
                    <a:pt x="0" y="1229"/>
                    <a:pt x="0" y="2744"/>
                  </a:cubicBezTo>
                  <a:lnTo>
                    <a:pt x="0" y="62200"/>
                  </a:lnTo>
                  <a:cubicBezTo>
                    <a:pt x="0" y="63713"/>
                    <a:pt x="1230" y="64943"/>
                    <a:pt x="2743" y="64943"/>
                  </a:cubicBezTo>
                  <a:lnTo>
                    <a:pt x="99608" y="64943"/>
                  </a:lnTo>
                  <a:cubicBezTo>
                    <a:pt x="101120" y="64943"/>
                    <a:pt x="102351" y="63713"/>
                    <a:pt x="102351" y="62200"/>
                  </a:cubicBezTo>
                  <a:lnTo>
                    <a:pt x="102351" y="2744"/>
                  </a:lnTo>
                  <a:cubicBezTo>
                    <a:pt x="102351" y="1228"/>
                    <a:pt x="101123" y="1"/>
                    <a:pt x="99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64"/>
            <p:cNvSpPr/>
            <p:nvPr/>
          </p:nvSpPr>
          <p:spPr>
            <a:xfrm>
              <a:off x="255425" y="1991200"/>
              <a:ext cx="2524175" cy="1588500"/>
            </a:xfrm>
            <a:custGeom>
              <a:avLst/>
              <a:gdLst/>
              <a:ahLst/>
              <a:cxnLst/>
              <a:rect l="l" t="t" r="r" b="b"/>
              <a:pathLst>
                <a:path w="100967" h="63540" extrusionOk="0">
                  <a:moveTo>
                    <a:pt x="98640" y="518"/>
                  </a:moveTo>
                  <a:cubicBezTo>
                    <a:pt x="99639" y="518"/>
                    <a:pt x="100449" y="1328"/>
                    <a:pt x="100449" y="2328"/>
                  </a:cubicBezTo>
                  <a:lnTo>
                    <a:pt x="100449" y="61214"/>
                  </a:lnTo>
                  <a:cubicBezTo>
                    <a:pt x="100448" y="62212"/>
                    <a:pt x="99639" y="63022"/>
                    <a:pt x="98640" y="63024"/>
                  </a:cubicBezTo>
                  <a:lnTo>
                    <a:pt x="2328" y="63024"/>
                  </a:lnTo>
                  <a:cubicBezTo>
                    <a:pt x="1328" y="63022"/>
                    <a:pt x="519" y="62212"/>
                    <a:pt x="517" y="61214"/>
                  </a:cubicBezTo>
                  <a:lnTo>
                    <a:pt x="517" y="2328"/>
                  </a:lnTo>
                  <a:cubicBezTo>
                    <a:pt x="519" y="1328"/>
                    <a:pt x="1328" y="519"/>
                    <a:pt x="2328" y="518"/>
                  </a:cubicBezTo>
                  <a:close/>
                  <a:moveTo>
                    <a:pt x="2328" y="1"/>
                  </a:moveTo>
                  <a:cubicBezTo>
                    <a:pt x="1042" y="2"/>
                    <a:pt x="2" y="1043"/>
                    <a:pt x="0" y="2328"/>
                  </a:cubicBezTo>
                  <a:lnTo>
                    <a:pt x="0" y="61214"/>
                  </a:lnTo>
                  <a:cubicBezTo>
                    <a:pt x="2" y="62498"/>
                    <a:pt x="1042" y="63538"/>
                    <a:pt x="2328" y="63540"/>
                  </a:cubicBezTo>
                  <a:lnTo>
                    <a:pt x="98640" y="63540"/>
                  </a:lnTo>
                  <a:cubicBezTo>
                    <a:pt x="99925" y="63538"/>
                    <a:pt x="100965" y="62498"/>
                    <a:pt x="100967" y="61214"/>
                  </a:cubicBezTo>
                  <a:lnTo>
                    <a:pt x="100967" y="2328"/>
                  </a:lnTo>
                  <a:cubicBezTo>
                    <a:pt x="100967" y="1043"/>
                    <a:pt x="99925" y="1"/>
                    <a:pt x="986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64"/>
            <p:cNvSpPr/>
            <p:nvPr/>
          </p:nvSpPr>
          <p:spPr>
            <a:xfrm>
              <a:off x="1091150" y="3888075"/>
              <a:ext cx="856825" cy="25"/>
            </a:xfrm>
            <a:custGeom>
              <a:avLst/>
              <a:gdLst/>
              <a:ahLst/>
              <a:cxnLst/>
              <a:rect l="l" t="t" r="r" b="b"/>
              <a:pathLst>
                <a:path w="34273" h="1" extrusionOk="0">
                  <a:moveTo>
                    <a:pt x="1" y="0"/>
                  </a:moveTo>
                  <a:lnTo>
                    <a:pt x="34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64"/>
            <p:cNvSpPr/>
            <p:nvPr/>
          </p:nvSpPr>
          <p:spPr>
            <a:xfrm>
              <a:off x="1091125" y="3881600"/>
              <a:ext cx="856850" cy="12925"/>
            </a:xfrm>
            <a:custGeom>
              <a:avLst/>
              <a:gdLst/>
              <a:ahLst/>
              <a:cxnLst/>
              <a:rect l="l" t="t" r="r" b="b"/>
              <a:pathLst>
                <a:path w="34274" h="517" extrusionOk="0">
                  <a:moveTo>
                    <a:pt x="0" y="1"/>
                  </a:moveTo>
                  <a:lnTo>
                    <a:pt x="0" y="516"/>
                  </a:lnTo>
                  <a:lnTo>
                    <a:pt x="34273" y="516"/>
                  </a:lnTo>
                  <a:lnTo>
                    <a:pt x="34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67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GOOD WAY TO END THE PRESENTATION</a:t>
            </a:r>
            <a:endParaRPr/>
          </a:p>
        </p:txBody>
      </p:sp>
      <p:sp>
        <p:nvSpPr>
          <p:cNvPr id="2153" name="Google Shape;2153;p67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cxnSp>
        <p:nvCxnSpPr>
          <p:cNvPr id="2154" name="Google Shape;2154;p67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68"/>
          <p:cNvSpPr txBox="1">
            <a:spLocks noGrp="1"/>
          </p:cNvSpPr>
          <p:nvPr>
            <p:ph type="title"/>
          </p:nvPr>
        </p:nvSpPr>
        <p:spPr>
          <a:xfrm>
            <a:off x="1013400" y="1883365"/>
            <a:ext cx="4449815" cy="1180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Mulțumesc pentru atenție</a:t>
            </a:r>
            <a:endParaRPr dirty="0"/>
          </a:p>
        </p:txBody>
      </p:sp>
      <p:cxnSp>
        <p:nvCxnSpPr>
          <p:cNvPr id="2161" name="Google Shape;2161;p68"/>
          <p:cNvCxnSpPr/>
          <p:nvPr/>
        </p:nvCxnSpPr>
        <p:spPr>
          <a:xfrm>
            <a:off x="1013400" y="14887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63" name="Google Shape;2163;p68"/>
          <p:cNvCxnSpPr/>
          <p:nvPr/>
        </p:nvCxnSpPr>
        <p:spPr>
          <a:xfrm>
            <a:off x="1013400" y="34580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6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2180" name="Google Shape;2180;p69"/>
          <p:cNvSpPr txBox="1">
            <a:spLocks noGrp="1"/>
          </p:cNvSpPr>
          <p:nvPr>
            <p:ph type="body" idx="1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PHOTOS:</a:t>
            </a:r>
            <a:endParaRPr>
              <a:uFill>
                <a:noFill/>
              </a:uFill>
              <a:hlinkClick r:id="rId3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4"/>
              </a:rPr>
              <a:t>Low angle man with virtual reality simulator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uFill>
                  <a:noFill/>
                </a:uFill>
                <a:hlinkClick r:id="rId5"/>
              </a:rPr>
              <a:t>Young man working on an ethernet switch medium shot</a:t>
            </a:r>
            <a:endParaRPr>
              <a:uFill>
                <a:noFill/>
              </a:uFill>
              <a:hlinkClick r:id="rId6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7"/>
              </a:rPr>
              <a:t>Motherboard with optical fiber cables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uFill>
                  <a:noFill/>
                </a:uFill>
                <a:hlinkClick r:id="rId8"/>
              </a:rPr>
              <a:t>High speed optical fiber with blue light</a:t>
            </a:r>
            <a:endParaRPr/>
          </a:p>
        </p:txBody>
      </p:sp>
      <p:cxnSp>
        <p:nvCxnSpPr>
          <p:cNvPr id="2181" name="Google Shape;2181;p6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182" name="Google Shape;2182;p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975" y="1538805"/>
            <a:ext cx="2539443" cy="7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6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0800000">
            <a:off x="2856129" y="1599480"/>
            <a:ext cx="1976586" cy="7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6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45953" y="2630649"/>
            <a:ext cx="2939569" cy="6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5" name="Google Shape;2185;p6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6975" y="3434398"/>
            <a:ext cx="3800201" cy="87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1013</Words>
  <Application>Microsoft Office PowerPoint</Application>
  <PresentationFormat>On-screen Show (16:9)</PresentationFormat>
  <Paragraphs>164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Montserrat ExtraLight</vt:lpstr>
      <vt:lpstr>Arial</vt:lpstr>
      <vt:lpstr>Montserrat ExtraBold</vt:lpstr>
      <vt:lpstr>Montserrat</vt:lpstr>
      <vt:lpstr>Futuristic Background by Slidesgo</vt:lpstr>
      <vt:lpstr>Pacman 3D</vt:lpstr>
      <vt:lpstr>CONTENTS OF THIS TEMPLATE</vt:lpstr>
      <vt:lpstr>01</vt:lpstr>
      <vt:lpstr>WHOA!</vt:lpstr>
      <vt:lpstr>“This is a quote, words full of wisdom that someone important said and can make the reader get inspired.”</vt:lpstr>
      <vt:lpstr>COMPANY</vt:lpstr>
      <vt:lpstr>THE SLIDE TITLE GOES HERE!</vt:lpstr>
      <vt:lpstr>MAYBE YOU NEED TO DIVIDE THE CONTENT</vt:lpstr>
      <vt:lpstr>YOU COULD USE THREE COLUMNS, WHY NOT?</vt:lpstr>
      <vt:lpstr>AWESOME WORDS</vt:lpstr>
      <vt:lpstr>THIS IS A GRAPH!</vt:lpstr>
      <vt:lpstr>… AND THE SAME GOES FOR TABLES</vt:lpstr>
      <vt:lpstr>A TIMELINE ALWAYS WORKS WELL</vt:lpstr>
      <vt:lpstr>DO YOU PREFER THIS GRAPH?</vt:lpstr>
      <vt:lpstr>300,000</vt:lpstr>
      <vt:lpstr>SOMETIMES, COMPARISONS ARE GOOD</vt:lpstr>
      <vt:lpstr>DO YOU NEED FOUR COLUMNS?</vt:lpstr>
      <vt:lpstr>333,000</vt:lpstr>
      <vt:lpstr>THESE ARE THE PERCENTAGES!</vt:lpstr>
      <vt:lpstr>REVIEWING CONCEPTS IS A GOOD IDEA</vt:lpstr>
      <vt:lpstr>A SUMMARY IS GOOD!</vt:lpstr>
      <vt:lpstr>WHAT THEY SAY ABOUT US?</vt:lpstr>
      <vt:lpstr>DESKTOP SOFTWARE</vt:lpstr>
      <vt:lpstr>A GOOD WAY TO END THE PRESENTATION</vt:lpstr>
      <vt:lpstr>Mulțumesc pentru atenție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Anastasia Solomon</cp:lastModifiedBy>
  <cp:revision>2</cp:revision>
  <dcterms:modified xsi:type="dcterms:W3CDTF">2026-05-25T07:14:04Z</dcterms:modified>
</cp:coreProperties>
</file>